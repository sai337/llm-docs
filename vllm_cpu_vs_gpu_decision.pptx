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vLLM CPU vs GPU – Executive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CPU support exists but is limited.</a:t>
            </a:r>
          </a:p>
          <a:p>
            <a:r>
              <a:t>GPU is required for scale, latency, and concurrency.</a:t>
            </a:r>
          </a:p>
          <a:p>
            <a:r>
              <a:t>Decision: CPU = dev/test, GPU = production AI workloads.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FP32 / FP16 / BF16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FP32: High precision, slow, high memory</a:t>
            </a:r>
          </a:p>
          <a:p>
            <a:r>
              <a:t>FP16: Faster, half memory</a:t>
            </a:r>
          </a:p>
          <a:p>
            <a:r>
              <a:t>BF16: Similar speed to FP16, better numerical stability</a:t>
            </a:r>
          </a:p>
          <a:p>
            <a:r>
              <a:t>On CPU: limited benefits vs GPU tensor cores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vLLM CPU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inference</a:t>
            </a:r>
          </a:p>
          <a:p>
            <a:r>
              <a:t>Limited batching</a:t>
            </a:r>
          </a:p>
          <a:p>
            <a:r>
              <a:t>Streaming supported</a:t>
            </a:r>
          </a:p>
          <a:p>
            <a:r>
              <a:t>Works on x86 (AVX2/AVX512)</a:t>
            </a:r>
          </a:p>
          <a:p>
            <a:r>
              <a:t>No GPU acceleration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Missing Capabilities on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Weak continuous batching at scale</a:t>
            </a:r>
          </a:p>
          <a:p>
            <a:r>
              <a:t>Poor KV cache efficiency</a:t>
            </a:r>
          </a:p>
          <a:p>
            <a:r>
              <a:t>No tensor core acceleration</a:t>
            </a:r>
          </a:p>
          <a:p>
            <a:r>
              <a:t>Limited parallel token generation</a:t>
            </a:r>
          </a:p>
          <a:p>
            <a:r>
              <a:t>Low concurrency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CPU: ~1–5 req/sec</a:t>
            </a:r>
          </a:p>
          <a:p>
            <a:r>
              <a:t>GPU: 50–500+ req/sec</a:t>
            </a:r>
          </a:p>
          <a:p>
            <a:r>
              <a:t>High latency on CPU</a:t>
            </a:r>
          </a:p>
          <a:p>
            <a:r>
              <a:t>GPU optimized for throughput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Agents need concurrency</a:t>
            </a:r>
          </a:p>
          <a:p>
            <a:r>
              <a:t>KV cache reuse critical</a:t>
            </a:r>
          </a:p>
          <a:p>
            <a:r>
              <a:t>CPU becomes bottleneck</a:t>
            </a:r>
          </a:p>
          <a:p>
            <a:r>
              <a:t>Poor user experience</a:t>
            </a:r>
          </a:p>
          <a:p>
            <a:r>
              <a:t>Scaling inefficient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CPU cheaper per node</a:t>
            </a:r>
          </a:p>
          <a:p>
            <a:r>
              <a:t>Needs many nodes</a:t>
            </a:r>
          </a:p>
          <a:p>
            <a:r>
              <a:t>Higher total cost</a:t>
            </a:r>
          </a:p>
          <a:p>
            <a:r>
              <a:t>GPU better cost per token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CPU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Dev/test</a:t>
            </a:r>
          </a:p>
          <a:p>
            <a:r>
              <a:t>Low QPS tools</a:t>
            </a:r>
          </a:p>
          <a:p>
            <a:r>
              <a:t>Edge workloads</a:t>
            </a:r>
          </a:p>
          <a:p>
            <a:r>
              <a:t>Small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GPU Required When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Customer-facing apps</a:t>
            </a:r>
          </a:p>
          <a:p>
            <a:r>
              <a:t>Agent workloads</a:t>
            </a:r>
          </a:p>
          <a:p>
            <a:r>
              <a:t>Real-time inference</a:t>
            </a:r>
          </a:p>
          <a:p>
            <a:r>
              <a:t>High concurrency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CIO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not use CPU for production LLM serving</a:t>
            </a:r>
          </a:p>
          <a:p>
            <a:r>
              <a:t>Use GPU for inference</a:t>
            </a:r>
          </a:p>
          <a:p>
            <a:r>
              <a:t>Hybrid model: CPU dev, GPU prod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